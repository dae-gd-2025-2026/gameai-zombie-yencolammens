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Delete all comments after reading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You are not allowed to add more slides to this presentation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EF5D14-C52D-DFB9-C9C2-269826463B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0158" y="1350403"/>
            <a:ext cx="9310309" cy="514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Detection</a:t>
            </a:r>
          </a:p>
          <a:p>
            <a:pPr lvl="1"/>
            <a:r>
              <a:rPr lang="en-US" dirty="0"/>
              <a:t>Sight: </a:t>
            </a:r>
            <a:r>
              <a:rPr lang="en-US" dirty="0" err="1"/>
              <a:t>UAISenseConfig_Sight</a:t>
            </a:r>
            <a:r>
              <a:rPr lang="en-US" dirty="0"/>
              <a:t>, 1500u radius, detects all affiliations</a:t>
            </a:r>
          </a:p>
          <a:p>
            <a:pPr lvl="1"/>
            <a:r>
              <a:rPr lang="en-US" dirty="0"/>
              <a:t>Damage: </a:t>
            </a:r>
            <a:r>
              <a:rPr lang="en-US" dirty="0" err="1"/>
              <a:t>UAISenseConfig_Damage</a:t>
            </a:r>
            <a:r>
              <a:rPr lang="en-US" dirty="0"/>
              <a:t>, intends to catch hits from outside the sight cone</a:t>
            </a:r>
          </a:p>
          <a:p>
            <a:r>
              <a:rPr lang="en-US" b="1" dirty="0"/>
              <a:t>Fight: </a:t>
            </a:r>
            <a:r>
              <a:rPr lang="en-US" b="1" dirty="0" err="1"/>
              <a:t>ShootZombie</a:t>
            </a:r>
            <a:r>
              <a:rPr lang="en-US" b="1" dirty="0"/>
              <a:t> task</a:t>
            </a:r>
          </a:p>
          <a:p>
            <a:pPr lvl="1"/>
            <a:r>
              <a:rPr lang="en-US" dirty="0" err="1"/>
              <a:t>SetFocus</a:t>
            </a:r>
            <a:r>
              <a:rPr lang="en-US" dirty="0"/>
              <a:t> on zombie, fire via inventory </a:t>
            </a:r>
            <a:r>
              <a:rPr lang="en-US" dirty="0" err="1"/>
              <a:t>UseItem</a:t>
            </a:r>
            <a:r>
              <a:rPr lang="en-US" dirty="0"/>
              <a:t>, </a:t>
            </a:r>
            <a:r>
              <a:rPr lang="en-US" dirty="0" err="1"/>
              <a:t>ClearFocus</a:t>
            </a:r>
            <a:r>
              <a:rPr lang="en-US" dirty="0"/>
              <a:t> after shot</a:t>
            </a:r>
          </a:p>
          <a:p>
            <a:pPr lvl="1"/>
            <a:r>
              <a:rPr lang="en-US" dirty="0"/>
              <a:t>Checks ammo via </a:t>
            </a:r>
            <a:r>
              <a:rPr lang="en-US" dirty="0" err="1"/>
              <a:t>GetSlotValue</a:t>
            </a:r>
            <a:r>
              <a:rPr lang="en-US" dirty="0"/>
              <a:t>, removes the weapon if empty, sets </a:t>
            </a:r>
            <a:r>
              <a:rPr lang="en-US" dirty="0" err="1"/>
              <a:t>bHasWeapon</a:t>
            </a:r>
            <a:r>
              <a:rPr lang="en-US" dirty="0"/>
              <a:t> false afterwards</a:t>
            </a:r>
          </a:p>
          <a:p>
            <a:r>
              <a:rPr lang="en-US" b="1" dirty="0"/>
              <a:t>Flee: </a:t>
            </a:r>
            <a:r>
              <a:rPr lang="en-US" b="1" dirty="0" err="1"/>
              <a:t>FleeFromZombie</a:t>
            </a:r>
            <a:r>
              <a:rPr lang="en-US" b="1" dirty="0"/>
              <a:t> task</a:t>
            </a:r>
          </a:p>
          <a:p>
            <a:pPr lvl="1"/>
            <a:r>
              <a:rPr lang="en-US" dirty="0"/>
              <a:t>Calculates direction away from zombie, projects onto </a:t>
            </a:r>
            <a:r>
              <a:rPr lang="en-US" dirty="0" err="1"/>
              <a:t>navmesh</a:t>
            </a:r>
            <a:r>
              <a:rPr lang="en-US" dirty="0"/>
              <a:t>, </a:t>
            </a:r>
            <a:r>
              <a:rPr lang="en-US" dirty="0" err="1"/>
              <a:t>MoveToLocation</a:t>
            </a:r>
            <a:r>
              <a:rPr lang="en-US" dirty="0"/>
              <a:t> 1500u away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2F3DAD-5F92-084A-1D00-83A3A98D6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4060" y="4998720"/>
            <a:ext cx="2537940" cy="185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Weapons (Pistol / Shotgun)</a:t>
            </a:r>
          </a:p>
          <a:p>
            <a:pPr lvl="1"/>
            <a:r>
              <a:rPr lang="en-US" dirty="0"/>
              <a:t>Kept in inventory slot, </a:t>
            </a:r>
            <a:r>
              <a:rPr lang="en-US" dirty="0" err="1"/>
              <a:t>bHasWeapon</a:t>
            </a:r>
            <a:r>
              <a:rPr lang="en-US" dirty="0"/>
              <a:t> blackboard key set to true</a:t>
            </a:r>
          </a:p>
          <a:p>
            <a:pPr lvl="1"/>
            <a:r>
              <a:rPr lang="en-US" dirty="0"/>
              <a:t>Ammo tracked via </a:t>
            </a:r>
            <a:r>
              <a:rPr lang="en-US" dirty="0" err="1"/>
              <a:t>GetSlotValue</a:t>
            </a:r>
            <a:r>
              <a:rPr lang="en-US" dirty="0"/>
              <a:t>, empty weapons are removed, </a:t>
            </a:r>
            <a:r>
              <a:rPr lang="en-US" dirty="0" err="1"/>
              <a:t>bHasWeapon</a:t>
            </a:r>
            <a:r>
              <a:rPr lang="en-US" dirty="0"/>
              <a:t> resets to false after this</a:t>
            </a:r>
          </a:p>
          <a:p>
            <a:r>
              <a:rPr lang="en-US" b="1" dirty="0"/>
              <a:t>Consumables (Food / </a:t>
            </a:r>
            <a:r>
              <a:rPr lang="en-US" b="1" dirty="0" err="1"/>
              <a:t>Medkit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Grabbed into a free slot, </a:t>
            </a:r>
            <a:r>
              <a:rPr lang="en-US" dirty="0" err="1"/>
              <a:t>UseItem</a:t>
            </a:r>
            <a:r>
              <a:rPr lang="en-US" dirty="0"/>
              <a:t> called immediately, slot cleared</a:t>
            </a:r>
          </a:p>
          <a:p>
            <a:r>
              <a:rPr lang="en-US" b="1" dirty="0"/>
              <a:t>Garbage</a:t>
            </a:r>
          </a:p>
          <a:p>
            <a:pPr lvl="1"/>
            <a:r>
              <a:rPr lang="en-US" dirty="0"/>
              <a:t>Grabbed and immediately removed, clears blocked item spawn slots so useful items can appear</a:t>
            </a:r>
          </a:p>
          <a:p>
            <a:r>
              <a:rPr lang="en-US" b="1" dirty="0"/>
              <a:t>Priority rule</a:t>
            </a:r>
          </a:p>
          <a:p>
            <a:pPr lvl="1"/>
            <a:r>
              <a:rPr lang="en-US" dirty="0"/>
              <a:t>If it has no weapon, prefer weapon pickup over consumables (BT task order)</a:t>
            </a:r>
          </a:p>
          <a:p>
            <a:endParaRPr lang="en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8631D-022C-F986-9F94-34EF4EED6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0"/>
            <a:ext cx="4419600" cy="214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No blended steering, but the movement that is done is fundamentally the same as known steering </a:t>
            </a:r>
            <a:r>
              <a:rPr lang="en-US" b="1" dirty="0" err="1"/>
              <a:t>behaviours</a:t>
            </a:r>
            <a:r>
              <a:rPr lang="en-US" b="1" dirty="0"/>
              <a:t> from class with some changes</a:t>
            </a:r>
          </a:p>
          <a:p>
            <a:r>
              <a:rPr lang="en-US" b="1" dirty="0"/>
              <a:t>1) Flee -&gt; </a:t>
            </a:r>
            <a:r>
              <a:rPr lang="en-US" b="1" dirty="0" err="1"/>
              <a:t>FleeFromZombie</a:t>
            </a:r>
            <a:r>
              <a:rPr lang="en-US" b="1" dirty="0"/>
              <a:t> &amp; </a:t>
            </a:r>
            <a:r>
              <a:rPr lang="en-US" b="1" dirty="0" err="1"/>
              <a:t>FleePurgeZone</a:t>
            </a:r>
            <a:endParaRPr lang="en-US" b="1" dirty="0"/>
          </a:p>
          <a:p>
            <a:pPr lvl="1"/>
            <a:r>
              <a:rPr lang="en-US" dirty="0"/>
              <a:t>Fundamentally the same as the flee from the weekly assignments, direction away from threat scaled by the distance, but projected onto the </a:t>
            </a:r>
            <a:r>
              <a:rPr lang="en-US" dirty="0" err="1"/>
              <a:t>navmesh</a:t>
            </a:r>
            <a:endParaRPr lang="en-US" dirty="0"/>
          </a:p>
          <a:p>
            <a:r>
              <a:rPr lang="en-US" b="1" dirty="0"/>
              <a:t>2) Seek -&gt; </a:t>
            </a:r>
            <a:r>
              <a:rPr lang="en-US" b="1" dirty="0" err="1"/>
              <a:t>MoveToTarget</a:t>
            </a:r>
            <a:endParaRPr lang="en-US" b="1" dirty="0"/>
          </a:p>
          <a:p>
            <a:pPr lvl="1"/>
            <a:r>
              <a:rPr lang="" dirty="0"/>
              <a:t>UE5's pathfinding does the seek calculation internally, following a path to the target rather than a straight line</a:t>
            </a:r>
            <a:endParaRPr lang="en-US" dirty="0"/>
          </a:p>
          <a:p>
            <a:r>
              <a:rPr lang="en-US" b="1" dirty="0"/>
              <a:t>3) Wander -&gt; Roam </a:t>
            </a:r>
          </a:p>
          <a:p>
            <a:pPr lvl="1"/>
            <a:r>
              <a:rPr lang="" dirty="0"/>
              <a:t>Same concept as the original wander, but the random point on the navmesh replaces the circle offset and respects world geometry.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Roam: random world traversal</a:t>
            </a:r>
          </a:p>
          <a:p>
            <a:pPr lvl="1"/>
            <a:r>
              <a:rPr lang="en-US" dirty="0" err="1"/>
              <a:t>GetRandomReachablePointInRadius</a:t>
            </a:r>
            <a:r>
              <a:rPr lang="en-US" dirty="0"/>
              <a:t> with 1500u radius: fallback when nothing else to do</a:t>
            </a:r>
          </a:p>
          <a:p>
            <a:r>
              <a:rPr lang="en-US" b="1" dirty="0"/>
              <a:t>House memory: persistent knowledge map</a:t>
            </a:r>
          </a:p>
          <a:p>
            <a:pPr lvl="1"/>
            <a:r>
              <a:rPr lang="en-US" dirty="0"/>
              <a:t>Houses detected via </a:t>
            </a:r>
            <a:r>
              <a:rPr lang="en-US" dirty="0" err="1"/>
              <a:t>AIPerception</a:t>
            </a:r>
            <a:r>
              <a:rPr lang="en-US" dirty="0"/>
              <a:t> are stored in </a:t>
            </a:r>
            <a:r>
              <a:rPr lang="en-US" dirty="0" err="1"/>
              <a:t>KnownHouses</a:t>
            </a:r>
            <a:r>
              <a:rPr lang="en-US" dirty="0"/>
              <a:t>, they persist after leaving sight range</a:t>
            </a:r>
          </a:p>
          <a:p>
            <a:pPr lvl="1"/>
            <a:r>
              <a:rPr lang="en-US" dirty="0"/>
              <a:t>Agent targets nearest known house to search for items inside</a:t>
            </a:r>
          </a:p>
          <a:p>
            <a:pPr lvl="1"/>
            <a:r>
              <a:rPr lang="en-US" dirty="0"/>
              <a:t>House removed from list when within 800u, visited heuristic prevents revisiting</a:t>
            </a:r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359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Yenco LAMMENS</cp:lastModifiedBy>
  <cp:revision>7</cp:revision>
  <dcterms:created xsi:type="dcterms:W3CDTF">2021-12-17T12:45:32Z</dcterms:created>
  <dcterms:modified xsi:type="dcterms:W3CDTF">2026-06-07T21:41:00Z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